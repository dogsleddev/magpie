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63" y="3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1215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063" y="673633"/>
            <a:ext cx="1285875" cy="107876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750207" y="1895270"/>
            <a:ext cx="3433379" cy="9679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50" kern="0" spc="-2" dirty="0">
                <a:solidFill>
                  <a:srgbClr val="1D9E75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Magpie.</a:t>
            </a:r>
            <a:endParaRPr lang="en-US" sz="6050" dirty="0"/>
          </a:p>
        </p:txBody>
      </p:sp>
      <p:sp>
        <p:nvSpPr>
          <p:cNvPr id="5" name="Text 1"/>
          <p:cNvSpPr/>
          <p:nvPr/>
        </p:nvSpPr>
        <p:spPr>
          <a:xfrm>
            <a:off x="2569071" y="2934686"/>
            <a:ext cx="4005858" cy="317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A5A39A"/>
                </a:solidFill>
                <a:latin typeface="Fraunces Light" pitchFamily="34" charset="0"/>
                <a:ea typeface="Fraunces Light" pitchFamily="34" charset="-122"/>
                <a:cs typeface="Fraunces Light" pitchFamily="34" charset="-120"/>
              </a:rPr>
              <a:t>Collect curiosities. Talk them through.</a:t>
            </a:r>
            <a:endParaRPr lang="en-US" sz="1900" dirty="0"/>
          </a:p>
        </p:txBody>
      </p:sp>
      <p:sp>
        <p:nvSpPr>
          <p:cNvPr id="6" name="Text 2"/>
          <p:cNvSpPr/>
          <p:nvPr/>
        </p:nvSpPr>
        <p:spPr>
          <a:xfrm>
            <a:off x="1714500" y="3538333"/>
            <a:ext cx="5715000" cy="502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1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personal wiki for the things you find shiny, with a conversation partner who remembers. Built for the Krava × Linq Hackathon.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3078956" y="4709517"/>
            <a:ext cx="2986088" cy="148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kern="0" spc="1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MAGPIE.WIKI · FRONTIER TOWER SF · MAY 30, 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784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985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050" kern="0" spc="-1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dimensions. Five modes. One conversation.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714375" y="1700213"/>
            <a:ext cx="64293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thought finds its place in a wiki that grows with you. </a:t>
            </a:r>
            <a:r>
              <a:rPr lang="en-US" sz="1250" dirty="0">
                <a:solidFill>
                  <a:srgbClr val="F5F4E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Subject. Topic. Facet.</a:t>
            </a:r>
            <a:r>
              <a:rPr lang="en-US" sz="12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Add bullets when something hits, then explore from any angle.</a:t>
            </a:r>
            <a:endParaRPr lang="en-US" sz="12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2857500"/>
            <a:ext cx="171450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4375" y="3228975"/>
            <a:ext cx="667941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Maggie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714375" y="3584377"/>
            <a:ext cx="13716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Voice-first capture. Tap the mic, talk, bullets appear.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288" y="2857500"/>
            <a:ext cx="17145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300288" y="3228975"/>
            <a:ext cx="455414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Brief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2300288" y="3584377"/>
            <a:ext cx="13716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smart primer on any topic before a dinner party.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2857500"/>
            <a:ext cx="171450" cy="2286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886200" y="3228975"/>
            <a:ext cx="92333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13" name="Text 7"/>
          <p:cNvSpPr/>
          <p:nvPr/>
        </p:nvSpPr>
        <p:spPr>
          <a:xfrm>
            <a:off x="3886200" y="3584377"/>
            <a:ext cx="13716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steelman or paradox that sharpens your thinking.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2113" y="2857500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72113" y="3228975"/>
            <a:ext cx="926902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5472113" y="3584377"/>
            <a:ext cx="13716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questions that make people feel interesting.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58025" y="2857500"/>
            <a:ext cx="228600" cy="2286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7058025" y="3228975"/>
            <a:ext cx="592931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Convo</a:t>
            </a:r>
            <a:endParaRPr lang="en-US" sz="1500" dirty="0"/>
          </a:p>
        </p:txBody>
      </p:sp>
      <p:sp>
        <p:nvSpPr>
          <p:cNvPr id="19" name="Text 11"/>
          <p:cNvSpPr/>
          <p:nvPr/>
        </p:nvSpPr>
        <p:spPr>
          <a:xfrm>
            <a:off x="7058025" y="3584377"/>
            <a:ext cx="13716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Talk it through with Maggie. She remembers everything.</a:t>
            </a:r>
            <a:endParaRPr lang="en-US" sz="950" dirty="0"/>
          </a:p>
        </p:txBody>
      </p:sp>
      <p:sp>
        <p:nvSpPr>
          <p:cNvPr id="20" name="Shape 12"/>
          <p:cNvSpPr/>
          <p:nvPr/>
        </p:nvSpPr>
        <p:spPr>
          <a:xfrm>
            <a:off x="714375" y="4855964"/>
            <a:ext cx="7715250" cy="92868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3"/>
          <p:cNvSpPr/>
          <p:nvPr/>
        </p:nvSpPr>
        <p:spPr>
          <a:xfrm>
            <a:off x="714375" y="4855964"/>
            <a:ext cx="7715250" cy="7144"/>
          </a:xfrm>
          <a:prstGeom prst="rect">
            <a:avLst/>
          </a:prstGeom>
          <a:solidFill>
            <a:srgbClr val="EDED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/>
          <p:nvPr/>
        </p:nvSpPr>
        <p:spPr>
          <a:xfrm>
            <a:off x="714375" y="5141714"/>
            <a:ext cx="4286250" cy="6357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900" i="1" dirty="0">
                <a:solidFill>
                  <a:srgbClr val="F5F4EF"/>
                </a:solidFill>
                <a:latin typeface="Fraunces Light" pitchFamily="34" charset="0"/>
                <a:ea typeface="Fraunces Light" pitchFamily="34" charset="-122"/>
                <a:cs typeface="Fraunces Light" pitchFamily="34" charset="-120"/>
              </a:rPr>
              <a:t>"What you collect comes out in conversation."</a:t>
            </a:r>
            <a:endParaRPr lang="en-US" sz="1900" dirty="0"/>
          </a:p>
        </p:txBody>
      </p:sp>
      <p:sp>
        <p:nvSpPr>
          <p:cNvPr id="23" name="Text 15"/>
          <p:cNvSpPr/>
          <p:nvPr/>
        </p:nvSpPr>
        <p:spPr>
          <a:xfrm>
            <a:off x="5572125" y="5141714"/>
            <a:ext cx="285750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Text Maggie from iMessage. She captures and connects. Your wiki grows organically. Private by default.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4375" y="982824"/>
            <a:ext cx="2728913" cy="187523"/>
          </a:xfrm>
          <a:prstGeom prst="roundRect">
            <a:avLst/>
          </a:prstGeom>
          <a:solidFill>
            <a:srgbClr val="1D9E7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714375" y="982824"/>
            <a:ext cx="2728913" cy="187523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marL="0" indent="0" algn="l">
              <a:buNone/>
            </a:pPr>
            <a:r>
              <a:rPr lang="en-US" sz="700" kern="0" spc="1" dirty="0">
                <a:solidFill>
                  <a:srgbClr val="1D9E75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GRAPH VIEW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714375" y="1313222"/>
            <a:ext cx="2728913" cy="754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600" kern="0" spc="-1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connections you didn't notice.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14375" y="2210433"/>
            <a:ext cx="2728913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Visualize the relationships between your notes. Find hidden patterns in your thinking through a visually engaging and interactive graph.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14375" y="3367720"/>
            <a:ext cx="2728913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your wiki grows, Maggie surfaces things you've already written about that connect to whatever you're working on now.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800475" y="571500"/>
            <a:ext cx="4629150" cy="3850481"/>
          </a:xfrm>
          <a:prstGeom prst="rect">
            <a:avLst/>
          </a:prstGeom>
          <a:solidFill>
            <a:srgbClr val="111111"/>
          </a:solidFill>
          <a:ln w="9144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0475" y="571500"/>
            <a:ext cx="4629150" cy="38122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050" kern="0" spc="-1" dirty="0">
                <a:solidFill>
                  <a:srgbClr val="F5F4E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with serious infrastructure.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714375" y="1171575"/>
            <a:ext cx="7715250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A5A39A"/>
                </a:solidFill>
                <a:latin typeface="Fraunces Light" pitchFamily="34" charset="0"/>
                <a:ea typeface="Fraunces Light" pitchFamily="34" charset="-122"/>
                <a:cs typeface="Fraunces Light" pitchFamily="34" charset="-120"/>
              </a:rPr>
              <a:t>Privacy and messaging, handled by the best.</a:t>
            </a:r>
            <a:endParaRPr lang="en-US" sz="17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953816"/>
            <a:ext cx="571500" cy="571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4375" y="2811066"/>
            <a:ext cx="3643313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5A1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Privacy Infrastructure for AI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714375" y="3130748"/>
            <a:ext cx="3643313" cy="18573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"Privacy as infrastructure. Not a pinky promise."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14375" y="3495080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A5A39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PasskeyID</a:t>
            </a: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authentication via Face ID / Touch ID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14375" y="3795117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A5A39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AES-256-GCM</a:t>
            </a: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encrypted memory for all wiki data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14375" y="4095155"/>
            <a:ext cx="3643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A5A39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PrivateLLM</a:t>
            </a: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inference inside H100 Trusted Execution Environments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714375" y="4588073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SOC 2 Type II certified architecture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14375" y="3495080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14375" y="3795117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14375" y="4095155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14375" y="4588073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918097"/>
            <a:ext cx="642938" cy="6429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86313" y="2811066"/>
            <a:ext cx="3643313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78AD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iMessage &amp; SMS for AI Agents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786313" y="3130748"/>
            <a:ext cx="3643313" cy="18573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"The same infrastructure that powers Poke."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786313" y="3495080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A5A39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Native iMessage</a:t>
            </a: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RCS, and SMS delivery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786313" y="3795117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Trusted by </a:t>
            </a:r>
            <a:r>
              <a:rPr lang="en-US" sz="900" b="1" dirty="0">
                <a:solidFill>
                  <a:srgbClr val="A5A39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50,000+ teams</a:t>
            </a: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on Linq Blue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786313" y="4095155"/>
            <a:ext cx="3643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 receipts, voice notes, and tapbacks supported natively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4786313" y="4588073"/>
            <a:ext cx="3643313" cy="19288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Seamless fallback when iMessage is unavailable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14375" y="4559498"/>
            <a:ext cx="7715250" cy="29825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714375" y="4559498"/>
            <a:ext cx="7715250" cy="7144"/>
          </a:xfrm>
          <a:prstGeom prst="rect">
            <a:avLst/>
          </a:prstGeom>
          <a:solidFill>
            <a:srgbClr val="EDED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714375" y="4559498"/>
            <a:ext cx="7715250" cy="298252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5A3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Also powered by Anthropic (Claude Sonnet 4.5 + Haiku 4.5) · Routed through Krava's TEE inference router with zero retention.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786313" y="3495080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4786313" y="3795117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4786313" y="4095155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4786313" y="4588073"/>
            <a:ext cx="4643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4E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•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</Words>
  <Application>Microsoft Office PowerPoint</Application>
  <PresentationFormat>On-screen Show (16:9)</PresentationFormat>
  <Paragraphs>49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DM Sans</vt:lpstr>
      <vt:lpstr>DM Sans Bold</vt:lpstr>
      <vt:lpstr>DM Sans Medium</vt:lpstr>
      <vt:lpstr>Fraunces</vt:lpstr>
      <vt:lpstr>Fraunces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Chris Dougherty</cp:lastModifiedBy>
  <cp:revision>2</cp:revision>
  <dcterms:created xsi:type="dcterms:W3CDTF">2026-05-31T01:05:28Z</dcterms:created>
  <dcterms:modified xsi:type="dcterms:W3CDTF">2026-05-31T01:44:07Z</dcterms:modified>
</cp:coreProperties>
</file>