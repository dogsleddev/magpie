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3" y="673633"/>
            <a:ext cx="1285875" cy="10787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37037" y="1895270"/>
            <a:ext cx="2269927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50" spc="-2" kern="0" dirty="0">
                <a:solidFill>
                  <a:srgbClr val="1D9E7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Magpie</a:t>
            </a:r>
            <a:r>
              <a:rPr lang="en-US" sz="6050" spc="-2" kern="0" dirty="0">
                <a:solidFill>
                  <a:srgbClr val="1D9E7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6050" dirty="0"/>
          </a:p>
        </p:txBody>
      </p:sp>
      <p:sp>
        <p:nvSpPr>
          <p:cNvPr id="5" name="Text 1"/>
          <p:cNvSpPr/>
          <p:nvPr/>
        </p:nvSpPr>
        <p:spPr>
          <a:xfrm>
            <a:off x="2569071" y="2934686"/>
            <a:ext cx="400585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A5A39A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Collect curiosities. Talk them through.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714500" y="3538333"/>
            <a:ext cx="57150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wiki for the things you find shiny, with a conversation partner who remembers. Built for the Krava × Linq Hackathon.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078956" y="4709517"/>
            <a:ext cx="298608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MAGPIE.WIKI · FRONTIER TOWER SF · MAY 30,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846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050" spc="-1" kern="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dimensions. Five modes. One conversation.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14375" y="1700213"/>
            <a:ext cx="6429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thought finds its place in a wiki that grows with you. </a:t>
            </a:r>
            <a:r>
              <a:rPr lang="en-US" sz="1250" dirty="0">
                <a:solidFill>
                  <a:srgbClr val="F5F4E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Subject. Topic. Facet.</a:t>
            </a:r>
            <a:r>
              <a:rPr lang="en-US" sz="12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 bullets when something hits, then explore from any angle.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857500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3228975"/>
            <a:ext cx="66794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Maggie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14375" y="3584377"/>
            <a:ext cx="13716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Voice-first capture. Tap the mic, talk, bullets appear.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88" y="2857500"/>
            <a:ext cx="17145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00288" y="3228975"/>
            <a:ext cx="45541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Brief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2300288" y="3584377"/>
            <a:ext cx="13716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smart primer on any topic before a dinner party.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857500"/>
            <a:ext cx="1714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86200" y="3228975"/>
            <a:ext cx="92333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3886200" y="3584377"/>
            <a:ext cx="13716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steelman or paradox that sharpens your thinking.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113" y="285750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72113" y="3228975"/>
            <a:ext cx="92690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5472113" y="3584377"/>
            <a:ext cx="13716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questions that make people feel interesting.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28575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58025" y="3228975"/>
            <a:ext cx="59293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Convo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7058025" y="3584377"/>
            <a:ext cx="1371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Talk it through with Maggie. She remembers everything.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714375" y="4855964"/>
            <a:ext cx="771525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714375" y="4855964"/>
            <a:ext cx="7715250" cy="7144"/>
          </a:xfrm>
          <a:prstGeom prst="rect">
            <a:avLst/>
          </a:prstGeom>
          <a:solidFill>
            <a:srgbClr val="EDEDEB"/>
          </a:solidFill>
          <a:ln/>
        </p:spPr>
      </p:sp>
      <p:sp>
        <p:nvSpPr>
          <p:cNvPr id="22" name="Text 14"/>
          <p:cNvSpPr/>
          <p:nvPr/>
        </p:nvSpPr>
        <p:spPr>
          <a:xfrm>
            <a:off x="714375" y="5141714"/>
            <a:ext cx="4286250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F5F4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"What you collect comes out in conversation."</a:t>
            </a:r>
            <a:endParaRPr lang="en-US" sz="1900" dirty="0"/>
          </a:p>
        </p:txBody>
      </p:sp>
      <p:sp>
        <p:nvSpPr>
          <p:cNvPr id="23" name="Text 15"/>
          <p:cNvSpPr/>
          <p:nvPr/>
        </p:nvSpPr>
        <p:spPr>
          <a:xfrm>
            <a:off x="5572125" y="5141714"/>
            <a:ext cx="2857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Maggie from iMessage. She captures and connects. Your wiki grows organically. Private by default.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82824"/>
            <a:ext cx="2728913" cy="187523"/>
          </a:xfrm>
          <a:prstGeom prst="roundRect">
            <a:avLst/>
          </a:prstGeom>
          <a:solidFill>
            <a:srgbClr val="1D9E75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4375" y="982824"/>
            <a:ext cx="2728913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1D9E7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GRAPH VIEW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14375" y="1313222"/>
            <a:ext cx="2728913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00" spc="-1" kern="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connections you didn't notice.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14375" y="2210433"/>
            <a:ext cx="272891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 the relationships between your notes. Find hidden patterns in your thinking through a visually engaging and interactive graph.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4375" y="3367720"/>
            <a:ext cx="27289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your wiki grows, Maggie surfaces things you've already written about that connect to whatever you're working on now.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00475" y="571500"/>
            <a:ext cx="4629150" cy="3850481"/>
          </a:xfrm>
          <a:prstGeom prst="rect">
            <a:avLst/>
          </a:prstGeom>
          <a:solidFill>
            <a:srgbClr val="111111"/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571500"/>
            <a:ext cx="4629150" cy="38122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050" spc="-1" kern="0" dirty="0">
                <a:solidFill>
                  <a:srgbClr val="F5F4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with serious infrastructure.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14375" y="1171575"/>
            <a:ext cx="7715250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5A39A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Privacy and messaging, handled by the best.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953816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811066"/>
            <a:ext cx="364331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5A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Privacy Infrastructure for AI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14375" y="3130748"/>
            <a:ext cx="3643313" cy="1857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"Privacy as infrastructure. Not a pinky promise."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14375" y="3495080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5A39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PasskeyID</a:t>
            </a: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authentication via Face ID / Touch ID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4375" y="3795117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5A39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AES-256-GCM</a:t>
            </a: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encrypted memory for all wiki data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4375" y="4095155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5A39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PrivateLLM</a:t>
            </a: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inference inside H100 Trusted Execution Environments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14375" y="4588073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 2 Type II certified architecture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4375" y="3495080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4375" y="3795117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14375" y="4095155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14375" y="4588073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918097"/>
            <a:ext cx="642938" cy="6429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86313" y="2811066"/>
            <a:ext cx="364331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78AD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iMessage &amp; SMS for AI Agents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86313" y="3130748"/>
            <a:ext cx="3643313" cy="1857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same infrastructure that powers Poke."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786313" y="3495080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5A39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Native iMessage</a:t>
            </a: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RCS, and SMS delivery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786313" y="3795117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 by </a:t>
            </a:r>
            <a:r>
              <a:rPr lang="en-US" sz="900" b="1" dirty="0">
                <a:solidFill>
                  <a:srgbClr val="A5A39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50,000+ teams</a:t>
            </a: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Linq Blue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786313" y="4095155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receipts, voice notes, and tapbacks supported natively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86313" y="4588073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fallback when iMessage is unavailable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14375" y="4559498"/>
            <a:ext cx="7715250" cy="2982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14375" y="4559498"/>
            <a:ext cx="7715250" cy="7144"/>
          </a:xfrm>
          <a:prstGeom prst="rect">
            <a:avLst/>
          </a:prstGeom>
          <a:solidFill>
            <a:srgbClr val="EDEDEB"/>
          </a:solidFill>
          <a:ln/>
        </p:spPr>
      </p:sp>
      <p:sp>
        <p:nvSpPr>
          <p:cNvPr id="25" name="Text 20"/>
          <p:cNvSpPr/>
          <p:nvPr/>
        </p:nvSpPr>
        <p:spPr>
          <a:xfrm>
            <a:off x="714375" y="4559498"/>
            <a:ext cx="7715250" cy="29825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5A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powered by Anthropic (Claude Sonnet 4.5 + Haiku 4.5) · Routed through Krava's TEE inference router with zero retention.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786313" y="3495080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86313" y="3795117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786313" y="4095155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786313" y="4588073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4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2026-05-31T01:05:28Z</dcterms:created>
  <dcterms:modified xsi:type="dcterms:W3CDTF">2026-05-31T01:05:28Z</dcterms:modified>
</cp:coreProperties>
</file>